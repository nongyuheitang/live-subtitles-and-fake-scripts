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CherryStudio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Your Unified AI Assistant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Version 1.7.15 | Community &amp; Enterprise Editions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Product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76200">
            <a:solidFill>
              <a:srgbClr val="764B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</a:rPr>
              <a:t>CherryStudio is a powerful desktop AI assistant that provides a unified interface for interacting with multiple LLM providers across all platforms.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🤖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Multi-Provider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📄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56032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Document AI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66344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Knowledge Base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6656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8803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⚡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766560" y="35204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7EEA"/>
                </a:solidFill>
              </a:rPr>
              <a:t>Fast &amp; Secure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Core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Multi-Provider LLM Support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OpenAI, Claude, Gemini, Azure, DeepSeek, Mistral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Local models with Ollama and LM Studio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Custom OpenAI-compatible endpoints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Advanced Document Processing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PDF, Word, Excel, Images, EPUB, CSV, XML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Markdown rendering with KaTeX and Mermaid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OCR capabilities for text extraction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</a:rPr>
              <a:t>Knowledge Base with RAG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3794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Retrieval-Augmented Generation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WebDAV integration for file management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Custom knowledge bases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Technical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Main Process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Node.js Backend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MCP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Knowledge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Agent System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2801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Renderer Process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7472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React 19.2.0 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Redux Toolkit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TypeScript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Dexie Database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517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Core Services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09360" y="18288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AI Core Middleware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IPC Bridge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Storage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• Window Manager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65760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Built with Modern Technologies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40233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Electron 38.7.0 | React 19 | TypeScript | Redux | pnpm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Use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46304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Enterprise Teams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Centralized management, access control, and knowledge base sharing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17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👨‍💻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85216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Developers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965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Code generation, debugging, API testing, and documentation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63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46304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Researchers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Document analysis, literature review, RAG-powered knowledge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29260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0">
            <a:solidFill>
              <a:srgbClr val="764BA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0632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✍️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852160" y="3063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</a:rPr>
              <a:t>Content Creators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Writing assistance, translation, content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667EE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Edition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71600"/>
            <a:ext cx="3657600" cy="640080"/>
          </a:xfrm>
          <a:prstGeom prst="roundRect">
            <a:avLst>
              <a:gd name="adj" fmla="val NaN"/>
            </a:avLst>
          </a:prstGeom>
          <a:solidFill>
            <a:srgbClr val="16A08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Community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194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Open-source AGPL-3.0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All core features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Multi-provider support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Local deployment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Community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3749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F7FAFC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FREE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71600"/>
            <a:ext cx="3657600" cy="640080"/>
          </a:xfrm>
          <a:prstGeom prst="roundRect">
            <a:avLst>
              <a:gd name="adj" fmla="val NaN"/>
            </a:avLst>
          </a:prstGeom>
          <a:solidFill>
            <a:srgbClr val="667EEA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120640" y="2194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Centralized management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Access control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Private deployment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Priority support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• Custom integration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0" y="3749040"/>
            <a:ext cx="2377440" cy="320040"/>
          </a:xfrm>
          <a:prstGeom prst="roundRect">
            <a:avLst>
              <a:gd name="adj" fmla="val 17143"/>
            </a:avLst>
          </a:prstGeom>
          <a:solidFill>
            <a:srgbClr val="F7FA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3749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EEA"/>
                </a:solidFill>
              </a:rPr>
              <a:t>COMMERCIAL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Get Started with CherryStudio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011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</a:rPr>
              <a:t>Empower Your Workflow with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2468880" y="31089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Website: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https://cherry-ai.com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3474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GitHub: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github.com/CherryHQ/cherry-studio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3840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Version: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1.7.15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CherryStudio Product Introduction</dc:title>
  <dc:subject>PptxGenJS Presentation</dc:subject>
  <dc:creator>CherryStudio</dc:creator>
  <cp:lastModifiedBy>CherryStudio</cp:lastModifiedBy>
  <cp:revision>1</cp:revision>
  <dcterms:created xsi:type="dcterms:W3CDTF">2026-07-28T17:30:39Z</dcterms:created>
  <dcterms:modified xsi:type="dcterms:W3CDTF">2026-07-28T17:30:39Z</dcterms:modified>
</cp:coreProperties>
</file>